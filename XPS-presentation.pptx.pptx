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D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21682-080C-FDA6-C269-49A51C44F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D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032E66-B8A7-F1A9-90AD-A30B16919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D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13208-47BC-33C7-C9BD-B3B9356BB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C6D3A-8546-42CE-9418-2A07CBDBCA02}" type="datetimeFigureOut">
              <a:rPr lang="fr-DZ" smtClean="0"/>
              <a:t>08/11/2025</a:t>
            </a:fld>
            <a:endParaRPr lang="fr-D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A535D-B28C-43F2-86BE-280252321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89DDE-1F9F-5E09-1A55-364A684D2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F78B-F0DC-49B3-95CF-61FB28BE9B58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54032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CFF5B-0BC2-B1EE-8DC6-897A9FB54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D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3F01E-1827-B332-3A4A-0A06D653F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D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7EB81-D293-E1D6-E41A-F25973D37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C6D3A-8546-42CE-9418-2A07CBDBCA02}" type="datetimeFigureOut">
              <a:rPr lang="fr-DZ" smtClean="0"/>
              <a:t>08/11/2025</a:t>
            </a:fld>
            <a:endParaRPr lang="fr-D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DAD7D-3EB8-B477-491A-637A11387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29730-9682-0693-29D0-7F5060518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F78B-F0DC-49B3-95CF-61FB28BE9B58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475328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4BC05-FD87-03B3-284B-1C468A055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D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3F639-A4D9-F0A1-EB7C-251170028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50F27-533F-6F26-CC9E-473537E65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C6D3A-8546-42CE-9418-2A07CBDBCA02}" type="datetimeFigureOut">
              <a:rPr lang="fr-DZ" smtClean="0"/>
              <a:t>08/11/2025</a:t>
            </a:fld>
            <a:endParaRPr lang="fr-D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4BC2C-8562-3C76-5070-1F7407B62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5A211-8E0E-22B6-78D6-48D3C50EF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F78B-F0DC-49B3-95CF-61FB28BE9B58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2058825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A5A4C-2ECF-8D80-25A5-96156FE5C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D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1F3E0-B753-F7DD-C987-5929E1C36C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D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2D13DC-5358-4F47-A615-2BCC9F972C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D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F40A0A-A506-6DB1-9D3C-C553F175B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C6D3A-8546-42CE-9418-2A07CBDBCA02}" type="datetimeFigureOut">
              <a:rPr lang="fr-DZ" smtClean="0"/>
              <a:t>08/11/2025</a:t>
            </a:fld>
            <a:endParaRPr lang="fr-D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99392-E450-4653-90B9-240C1EAFF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CA297-5B7F-C6E7-9B45-DAB0A8D40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F78B-F0DC-49B3-95CF-61FB28BE9B58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588657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B4813-740B-9D4C-59A7-FE0BCACDC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D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EA65A6-7D65-3183-71DE-F0411422B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6DED10-F31C-D569-A62A-EA19A4711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D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20F400-B8D4-AD5C-9185-551F47E4FA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EC37E7-9399-18A3-0594-5E165E30E3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D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5290E-35BE-0885-C0BD-9F5730F59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C6D3A-8546-42CE-9418-2A07CBDBCA02}" type="datetimeFigureOut">
              <a:rPr lang="fr-DZ" smtClean="0"/>
              <a:t>08/11/2025</a:t>
            </a:fld>
            <a:endParaRPr lang="fr-D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6CE7B4-7E34-8D90-F18E-22E3E32A0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D2B5F9-4ADF-F3E9-9CF9-85C596DAC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F78B-F0DC-49B3-95CF-61FB28BE9B58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689937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AA6EB-0E22-D3BC-B5B2-13B7DDBE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D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AABEA7-AFB4-61A4-81F2-E1DC25183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C6D3A-8546-42CE-9418-2A07CBDBCA02}" type="datetimeFigureOut">
              <a:rPr lang="fr-DZ" smtClean="0"/>
              <a:t>08/11/2025</a:t>
            </a:fld>
            <a:endParaRPr lang="fr-D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5D1CFE-A1B3-2129-6C1B-596960F7F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0555C0-EAA8-72D6-C36D-0C4F3C8B2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F78B-F0DC-49B3-95CF-61FB28BE9B58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713243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350557-0FAA-C4E1-1632-55AEE9B86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C6D3A-8546-42CE-9418-2A07CBDBCA02}" type="datetimeFigureOut">
              <a:rPr lang="fr-DZ" smtClean="0"/>
              <a:t>08/11/2025</a:t>
            </a:fld>
            <a:endParaRPr lang="fr-D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E2033A-B08A-0E3D-03D2-44F7D9374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0F3EA-1130-1614-86B3-BB1E179F9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F78B-F0DC-49B3-95CF-61FB28BE9B58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448279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72256-8434-E2E2-683B-C6F3A9BDA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D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42C2B-586E-DAB5-B852-E472792B7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D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C73B0-A1FD-EDA1-4BFF-B949A854D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D3F69B-C0F2-8D48-1730-498895204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C6D3A-8546-42CE-9418-2A07CBDBCA02}" type="datetimeFigureOut">
              <a:rPr lang="fr-DZ" smtClean="0"/>
              <a:t>08/11/2025</a:t>
            </a:fld>
            <a:endParaRPr lang="fr-D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8CA17-B9D3-AA5A-5FC7-8304F8686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9C39F-CA54-0CE1-8A7C-A501F7AA9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F78B-F0DC-49B3-95CF-61FB28BE9B58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501273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25D13-DE57-927A-8D53-33E42770B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D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BC5C10-86E4-BC11-8CEF-68242DFF4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D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FCE245-652A-26A6-BA89-FF5553482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E05A6-4C5A-7056-DAA6-7313F0A80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C6D3A-8546-42CE-9418-2A07CBDBCA02}" type="datetimeFigureOut">
              <a:rPr lang="fr-DZ" smtClean="0"/>
              <a:t>08/11/2025</a:t>
            </a:fld>
            <a:endParaRPr lang="fr-D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FAC93-FEFD-62EE-DDF6-9F8DCF890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320B6-1B5C-7139-6270-385AB638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F78B-F0DC-49B3-95CF-61FB28BE9B58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938432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E3E2C-247B-8023-7DEF-BB2693333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D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9E5CBD-E907-BF23-3C1B-B4DE60262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D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DE035-8C70-6BB4-E431-853B1788F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C6D3A-8546-42CE-9418-2A07CBDBCA02}" type="datetimeFigureOut">
              <a:rPr lang="fr-DZ" smtClean="0"/>
              <a:t>08/11/2025</a:t>
            </a:fld>
            <a:endParaRPr lang="fr-D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BEE01-AD8B-6605-A382-97624E862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32D5F-C83F-00CE-AA11-FA1417F28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F78B-F0DC-49B3-95CF-61FB28BE9B58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836355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851F19-148D-6206-9298-F8C6EBAF8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D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2AC22F-5CDF-12B8-24E9-7CC4CD8A1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D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9ED05-1158-ACD2-B7E8-271949933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C6D3A-8546-42CE-9418-2A07CBDBCA02}" type="datetimeFigureOut">
              <a:rPr lang="fr-DZ" smtClean="0"/>
              <a:t>08/11/2025</a:t>
            </a:fld>
            <a:endParaRPr lang="fr-D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40B88-4F79-37F0-99D7-E7B609D2F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EEA59-8855-FAC8-F248-34AACE51C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F78B-F0DC-49B3-95CF-61FB28BE9B58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2955041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F1C277-97B3-3CBB-E107-C984907C2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D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C1FE2-A210-A16B-DCC7-CDA8CF2DF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D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67E38-D0B6-C81E-65D9-1CD52239E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6C6D3A-8546-42CE-9418-2A07CBDBCA02}" type="datetimeFigureOut">
              <a:rPr lang="fr-DZ" smtClean="0"/>
              <a:t>08/11/2025</a:t>
            </a:fld>
            <a:endParaRPr lang="fr-D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C4404-296B-E253-6A1F-632721934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D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0F819-5C2E-7A15-E210-12FB3E1D1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B7F78B-F0DC-49B3-95CF-61FB28BE9B58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526775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D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0CB2F-B796-2354-2254-0C8BA51E30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FB69DE-64D7-DC27-0408-C492B730E2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961814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PC88</dc:creator>
  <cp:lastModifiedBy>PC88</cp:lastModifiedBy>
  <cp:revision>1</cp:revision>
  <dcterms:created xsi:type="dcterms:W3CDTF">2025-11-08T11:49:08Z</dcterms:created>
  <dcterms:modified xsi:type="dcterms:W3CDTF">2025-11-08T11:57:01Z</dcterms:modified>
</cp:coreProperties>
</file>